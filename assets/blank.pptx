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812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7D4BC-B8C8-4DB4-8A0B-1FC405B5F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0208"/>
            <a:ext cx="914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94D73A-26F9-4DA5-9FCA-26561C565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082"/>
            <a:ext cx="914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0C12D8-2C24-4CE2-9E0E-E87A1AC6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000D8F-C544-447A-A77A-48B3F3B8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74A58-4896-4DA5-B866-1B98390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28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8B877-E7F6-4380-AA23-8148D4F3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61AA8-597F-449D-B9FB-E79789D96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B8A23-CE9F-4F40-8D8C-B9C6E605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D4848-AA10-4235-82DA-0B318BD6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9F08F0-2874-4CA1-BA3D-DB9ECE88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65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FC215-2592-45E6-88DE-BD112B90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357"/>
            <a:ext cx="105156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9C7A18-9A44-49C4-A0AF-16C7B4915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39364"/>
            <a:ext cx="105156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770CD-7B61-482C-8EA1-D0A3C44F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CFC2-A677-43E0-9D00-7B7A3E61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7B1FD2-94BC-45AF-A965-3D18F6E8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85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34D1E-4141-441F-8B1C-78E432F3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EFF1A4-932E-4F9F-A8E1-D8B888D49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8AECFF-5EA5-49B7-97A9-6DDB58C5E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25B181-6640-4A0D-B59C-F79981DC9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CEF558-A33E-4E9A-86EA-7FE86ABC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115E44-29F0-4B31-8A3F-1C55DA32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4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C5F13-329F-409A-9A90-93E1F182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2741"/>
            <a:ext cx="10515600" cy="1571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72B72-61DE-412E-8DE8-6E857CE2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92490"/>
            <a:ext cx="5157787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83AE27-0F58-4F8D-A742-5145720E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8978"/>
            <a:ext cx="5157787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D900B0-E855-45A7-B040-70A3EC0FA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92490"/>
            <a:ext cx="5183188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FCC2A5-1B78-45D3-ACD0-39DAB461B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8978"/>
            <a:ext cx="5183188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32A94C-AFE4-4166-A3CF-8FD90F0F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2E5968-E25E-4F93-80E8-05A75802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BF2AA1-E87B-4C18-BE24-788AA46A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6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9ADC4-A5C2-4931-AD27-4C4196A21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E34F5C-E739-4037-8458-E91BC237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EB18B5-7B0E-43F4-A0EA-FF34132D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A7D9FC-DF57-441A-9407-62306B4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8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618AF0-4191-4BBF-B807-AD8EE364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16CA97-2CA0-4147-B4A6-102107C7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6FD164-3704-4837-A8A6-81D9959C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3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010C3-C2A0-40FB-82DB-9E3B9A5A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8BE3C-0210-4B06-82C2-7A2B28D1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B9B448-EC47-42DB-97F6-9D8DDEB1B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73EB45-6E24-4383-826D-FC05F53D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FC4466-F058-4590-BA4E-A1D1C763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2B9E4B-ECDA-45F4-9EE9-8C9E2522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8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A62CB-250C-4B24-A8B3-3814F9A0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DAC899-30A5-4E24-9362-B37848B9C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23B7EA-8A86-40EB-901E-101AE2B49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D6CF2E-DC46-4264-B7F8-469EBDE76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BA2C6F-1EE6-4184-AECE-A99C910B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0580BC-259E-42D5-92D9-FADF0E78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02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01D30-EE7B-4A9D-8B3A-6D4A2BEE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3776CC-DB27-48BB-B6FB-88D7CB722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D00FE-991A-4C31-B62D-C4B60F73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6E0BB-8B59-40B3-BC59-3B774AE73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B6B55-C12B-430B-BB74-D786AEC3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86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521675-D04F-4019-9BF6-45D87FA1A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32741"/>
            <a:ext cx="2628900" cy="68881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CFB436-56F8-4463-BBBE-F6A629B3C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32741"/>
            <a:ext cx="7734300" cy="68881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913D6D-DE0B-42CB-97D8-44E4FA66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3FDB6-99D4-4392-A0DC-28CA15D9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BC76F-997C-4380-B3FC-6A042108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57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53B32F-40B2-425F-A2FB-60E44736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41"/>
            <a:ext cx="105156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AC1D37-7D52-420D-9436-5569B97F2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3704"/>
            <a:ext cx="105156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2633C-7B77-416D-8794-5D78C07EB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03915-E88A-4D26-A079-E1CC6B6A0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533452"/>
            <a:ext cx="41148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00FFB-B7B3-46FB-98AC-521CD05AB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2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222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Codex</dc:creator>
  <cp:lastModifiedBy>Codex</cp:lastModifiedBy>
  <cp:revision>1</cp:revision>
  <dcterms:created xsi:type="dcterms:W3CDTF">2026-10-20T07:20:29Z</dcterms:created>
  <dcterms:modified xsi:type="dcterms:W3CDTF">2026-10-20T07:20:29Z</dcterms:modified>
</cp:coreProperties>
</file>